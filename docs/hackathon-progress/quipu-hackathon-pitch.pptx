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b0e0927b344a87" /><Relationship Type="http://schemas.openxmlformats.org/officeDocument/2006/relationships/extended-properties" Target="/docProps/app.xml" Id="R231c38ab583243c8" /><Relationship Type="http://schemas.openxmlformats.org/officeDocument/2006/relationships/officeDocument" Target="/ppt/presentation.xml" Id="R38c53fabc26b46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5f77e393944353"/>
  </p:sldMasterIdLst>
  <p:notesMasterIdLst>
    <p:notesMasterId xmlns:r="http://schemas.openxmlformats.org/officeDocument/2006/relationships" r:id="R582c71038a3b464b"/>
  </p:notesMasterIdLst>
  <p:sldIdLst>
    <p:sldId xmlns:r="http://schemas.openxmlformats.org/officeDocument/2006/relationships" id="256" r:id="R739de9520e2d4017"/>
    <p:sldId xmlns:r="http://schemas.openxmlformats.org/officeDocument/2006/relationships" id="257" r:id="Rac29400d9d8f4a6c"/>
    <p:sldId xmlns:r="http://schemas.openxmlformats.org/officeDocument/2006/relationships" id="258" r:id="R0670e0babe0d483f"/>
    <p:sldId xmlns:r="http://schemas.openxmlformats.org/officeDocument/2006/relationships" id="259" r:id="Rd6ffdacf22964a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f77e393944353" /><Relationship Type="http://schemas.openxmlformats.org/officeDocument/2006/relationships/theme" Target="/ppt/theme/theme1.xml" Id="Ra461c7e1eb014b69" /><Relationship Type="http://schemas.openxmlformats.org/officeDocument/2006/relationships/notesMaster" Target="/ppt/notesMasters/notesMaster1.xml" Id="R582c71038a3b464b" /><Relationship Type="http://schemas.openxmlformats.org/officeDocument/2006/relationships/presProps" Target="/ppt/presProps.xml" Id="R83c09d55935a494a" /><Relationship Type="http://schemas.openxmlformats.org/officeDocument/2006/relationships/viewProps" Target="/ppt/viewProps.xml" Id="R09aa5bac3df94356" /><Relationship Type="http://schemas.openxmlformats.org/officeDocument/2006/relationships/tableStyles" Target="/ppt/tableStyles.xml" Id="R0e214cab43b94268" /><Relationship Type="http://schemas.openxmlformats.org/officeDocument/2006/relationships/slide" Target="/ppt/slides/slide1.xml" Id="R739de9520e2d4017" /><Relationship Type="http://schemas.openxmlformats.org/officeDocument/2006/relationships/slide" Target="/ppt/slides/slide2.xml" Id="Rac29400d9d8f4a6c" /><Relationship Type="http://schemas.openxmlformats.org/officeDocument/2006/relationships/slide" Target="/ppt/slides/slide3.xml" Id="R0670e0babe0d483f" /><Relationship Type="http://schemas.openxmlformats.org/officeDocument/2006/relationships/slide" Target="/ppt/slides/slide4.xml" Id="Rd6ffdacf22964a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a5e67210a3a4f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d3c3d474f54790" /><Relationship Type="http://schemas.openxmlformats.org/officeDocument/2006/relationships/notesMaster" Target="/ppt/notesMasters/notesMaster1.xml" Id="Rb8a2614433334f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8b235853e34576" /><Relationship Type="http://schemas.openxmlformats.org/officeDocument/2006/relationships/notesMaster" Target="/ppt/notesMasters/notesMaster1.xml" Id="R5381c7afc73b4d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109aa941304d3c" /><Relationship Type="http://schemas.openxmlformats.org/officeDocument/2006/relationships/notesMaster" Target="/ppt/notesMasters/notesMaster1.xml" Id="Rd6b3bf4dff0f4b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65c2c6ddfe4f18" /><Relationship Type="http://schemas.openxmlformats.org/officeDocument/2006/relationships/notesMaster" Target="/ppt/notesMasters/notesMaster1.xml" Id="R0c3b2e717d824a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7058117a9849d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66bcf38d08d4351" /><Relationship Type="http://schemas.openxmlformats.org/officeDocument/2006/relationships/slideLayout" Target="/ppt/slideLayouts/slideLayout2.xml" Id="R0a88fd0d96e241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88fd0d96e241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a2edfe5e7b40ea" /><Relationship Type="http://schemas.openxmlformats.org/officeDocument/2006/relationships/notesSlide" Target="/ppt/notesSlides/notesSlide1.xml" Id="Ree4527fddaa44a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ff7d2741104394" /><Relationship Type="http://schemas.openxmlformats.org/officeDocument/2006/relationships/notesSlide" Target="/ppt/notesSlides/notesSlide2.xml" Id="R74f0b800c34645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d647666134d67" /><Relationship Type="http://schemas.openxmlformats.org/officeDocument/2006/relationships/notesSlide" Target="/ppt/notesSlides/notesSlide3.xml" Id="R10fe91f700034f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91d7bc696149c7" /><Relationship Type="http://schemas.openxmlformats.org/officeDocument/2006/relationships/notesSlide" Target="/ppt/notesSlides/notesSlide4.xml" Id="R9be00804680140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131DC-0C4E-40EE-96E4-20999480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F4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45F4D"/>
                </a:solidFill>
                <a:latin typeface="Inter"/>
                <a:ea typeface="Inter"/>
                <a:cs typeface="Inter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C5CE9-4473-424D-A71F-8CCF7E44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1614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21614"/>
                </a:solidFill>
                <a:latin typeface="Inter"/>
                <a:ea typeface="Inter"/>
                <a:cs typeface="Inter"/>
              </a:rPr>
              <a:t>Personal context is scattered, but recall needs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76253-2F45-478B-996F-43F2370F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09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Notes, chat snippets, deadlines, files, and project decisions live in separate places. People need a way to recover what mattered and where it came from.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5FA5F-9E82-4816-9269-D328C74F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429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23D75-4657-4C00-BEE5-25799E3E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F3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3F34"/>
                </a:solidFill>
                <a:latin typeface="Inter"/>
                <a:ea typeface="Inter"/>
                <a:cs typeface="Inter"/>
              </a:rPr>
              <a:t>Scattered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95BC6-3FC2-4CA6-842F-551321B2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766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Notes, PDFs, screenshots, files, deadlines, and rough project context arrive faster than people can organize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057F8-019E-465A-9C74-84A3D1A5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429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7BBA9-0660-44B0-8B07-14F6A092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F3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3F34"/>
                </a:solidFill>
                <a:latin typeface="Inter"/>
                <a:ea typeface="Inter"/>
                <a:cs typeface="Inter"/>
              </a:rPr>
              <a:t>Fragile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FC19A-3C0E-4CFF-A9A5-4E2B5A2A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148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Search usually finds files, not the reason, relationship, or exact source behind an idea.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CC281-4FEA-45BE-A63D-3E5700FA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7429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76FFD-7398-4C17-9240-3996B22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F3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3F34"/>
                </a:solidFill>
                <a:latin typeface="Inter"/>
                <a:ea typeface="Inter"/>
                <a:cs typeface="Inter"/>
              </a:rPr>
              <a:t>Action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98203-1D85-44CE-BAAC-0EB88388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A deadline in a note should become a reviewable reminder, not another forgotten paragraph.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F6A54-4DFF-40A7-8162-A7399BC6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71800"/>
            <a:ext cx="26479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43F34"/>
          </a:solidFill>
          <a:ln xmlns:a="http://schemas.openxmlformats.org/drawingml/2006/main" w="9525">
            <a:solidFill>
              <a:srgbClr val="143F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CF9A4-4BE6-434C-BA37-329AB374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38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BE9D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DBE9DF"/>
                </a:solidFill>
                <a:latin typeface="Inter"/>
                <a:ea typeface="Inter"/>
                <a:cs typeface="Inter"/>
              </a:rPr>
              <a:t>The user need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0111B-51D5-4B76-9FBA-C3E218B6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9570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Ask my own data where an idea came from, what it connects to, and what I need to do next.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C230C-CB55-4C5B-8860-C7E6A670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Quipu prototype / 01</a:t>
            </a:r>
          </a:p>
        </p:txBody>
      </p:sp>
    </p:spTree>
    <p:extLst>
      <p:ext uri="{BB962C8B-B14F-4D97-AF65-F5344CB8AC3E}">
        <p14:creationId xmlns:p14="http://schemas.microsoft.com/office/powerpoint/2010/main" val="889397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4D8121-AC8C-48FC-BD7F-6CC51B80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F4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45F4D"/>
                </a:solidFill>
                <a:latin typeface="Inter"/>
                <a:ea typeface="Inter"/>
                <a:cs typeface="Inter"/>
              </a:rPr>
              <a:t>SOLUTION +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5E2C0-0AB6-4AE2-B25A-4C671BDC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1614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21614"/>
                </a:solidFill>
                <a:latin typeface="Inter"/>
                <a:ea typeface="Inter"/>
                <a:cs typeface="Inter"/>
              </a:rPr>
              <a:t>Quipu turns raw input into reviewable memory packets.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79268-B7FD-4F9C-8613-5062C670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09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The prototype keeps the product simple: Ingest for capture, Canvas for quick recall.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28724-8CD6-4130-A3FA-C19071F5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209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F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9297E-AAC3-4E60-B166-FFA824FB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F34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3F34"/>
                </a:solidFill>
                <a:latin typeface="Inter"/>
                <a:ea typeface="Inter"/>
                <a:cs typeface="Inter"/>
              </a:rPr>
              <a:t>Ingest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9EA12-A23D-4ADB-ABDF-1988B1FF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Paste text, add a source label, or import a 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86493-471B-48CF-A757-E22CB648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5F4D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245F4D"/>
                </a:solidFill>
                <a:latin typeface="Inter"/>
                <a:ea typeface="Inter"/>
                <a:cs typeface="Inter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9E61E-AE95-47DF-9EA3-F8C139C7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24200"/>
            <a:ext cx="2209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CA474-E566-4AB3-8A93-FE395FD7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52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F34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3F34"/>
                </a:solidFill>
                <a:latin typeface="Inter"/>
                <a:ea typeface="Inter"/>
                <a:cs typeface="Inter"/>
              </a:rPr>
              <a:t>AI packet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FB1C2-E21E-45B9-8070-52FF503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5285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Provider returns summary, reminder, event, or preference proposals.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755FD-5F36-4472-929E-28EB03B4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385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5F4D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245F4D"/>
                </a:solidFill>
                <a:latin typeface="Inter"/>
                <a:ea typeface="Inter"/>
                <a:cs typeface="Inter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7B661-AA18-4C57-BEA5-821298FA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2209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35E6D-9452-4C5E-AD26-A18CB6B4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F34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3F34"/>
                </a:solidFill>
                <a:latin typeface="Inter"/>
                <a:ea typeface="Inter"/>
                <a:cs typeface="Inter"/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048BE-2ECF-4814-A066-C1BD1D11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Side effects wait for accept or reject.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961C2-778E-415B-8EA5-033809F0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5F4D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245F4D"/>
                </a:solidFill>
                <a:latin typeface="Inter"/>
                <a:ea typeface="Inter"/>
                <a:cs typeface="Inter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7331A-A0BA-4DA2-A600-846AD7B3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24200"/>
            <a:ext cx="2209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CE545-5247-4D15-A048-435C07A3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52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F34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3F34"/>
                </a:solidFill>
                <a:latin typeface="Inter"/>
                <a:ea typeface="Inter"/>
                <a:cs typeface="Inter"/>
              </a:rPr>
              <a:t>Canvas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AF206-7783-432D-B626-8EB501B8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5285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Real saved memory appears with reminders and citations.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92CFF-A3AF-4989-A9E4-25C7B4FB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3395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245F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31E3F-552C-448F-B0C7-F984E41E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10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F4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45F4D"/>
                </a:solidFill>
                <a:latin typeface="Inter"/>
                <a:ea typeface="Inter"/>
                <a:cs typeface="Inter"/>
              </a:rPr>
              <a:t>Saved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63FDB3-91F4-4033-A47A-168B6885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245F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BA8E4-68F7-4248-ABF7-28B18AC0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1015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F4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45F4D"/>
                </a:solidFill>
                <a:latin typeface="Inter"/>
                <a:ea typeface="Inter"/>
                <a:cs typeface="Inter"/>
              </a:rPr>
              <a:t>On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E9275-1B85-4B0B-92F6-D524B874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3395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A0672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DC947-E09A-4689-867E-A0623F50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101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06722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A06722"/>
                </a:solidFill>
                <a:latin typeface="Inter"/>
                <a:ea typeface="Inter"/>
                <a:cs typeface="Inter"/>
              </a:rPr>
              <a:t>Review proposed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D6343-F167-42AA-B16E-9B42AFBA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3105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9D6C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D63D9B-CA09-445E-AE56-AA28FB7D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91125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3F3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43F34"/>
                </a:solidFill>
                <a:latin typeface="Inter"/>
                <a:ea typeface="Inter"/>
                <a:cs typeface="Inter"/>
              </a:rPr>
              <a:t>Demo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E3FEE1-29FD-479F-B83C-C1D1725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1625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A hackathon deadline becomes a reminder proposal and a memory that can answer: What is Quipu?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711CB8-AF5D-4595-9084-0161414E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Quipu prototype / 02</a:t>
            </a:r>
          </a:p>
        </p:txBody>
      </p:sp>
    </p:spTree>
    <p:extLst>
      <p:ext uri="{BB962C8B-B14F-4D97-AF65-F5344CB8AC3E}">
        <p14:creationId xmlns:p14="http://schemas.microsoft.com/office/powerpoint/2010/main" val="1371730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80C1DE-C77E-4E8E-A09F-E489FB76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F4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45F4D"/>
                </a:solidFill>
                <a:latin typeface="Inter"/>
                <a:ea typeface="Inter"/>
                <a:cs typeface="Inter"/>
              </a:rPr>
              <a:t>TOOLS +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B089D-3034-4085-A19E-76B8ED3D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1614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21614"/>
                </a:solidFill>
                <a:latin typeface="Inter"/>
                <a:ea typeface="Inter"/>
                <a:cs typeface="Inter"/>
              </a:rPr>
              <a:t>A local-first web prototype with an honest AI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26992-6212-4CEA-A70F-E442B04C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09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Rules handle validation and storage. OpenAI-compatible chat completions handle memory extraction.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03F4A-BA6F-485C-99B2-424850FA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F4D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245F4D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FBBA3-9B49-4D3F-B0F8-40C85B83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95600"/>
            <a:ext cx="7505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F577C-6583-4A80-A8AF-710003BA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28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61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21614"/>
                </a:solidFill>
                <a:latin typeface="Inter"/>
                <a:ea typeface="Inter"/>
                <a:cs typeface="Inter"/>
              </a:rPr>
              <a:t>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C4C8A-CADF-49A8-A299-5A7DF709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2895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Next.js App Router, TypeScript, compact Canvas/Ingest shell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73F4B-2B7F-4020-9B19-D153A3FD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F4D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245F4D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DF04B-A5A3-440B-B37E-4179C92B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19500"/>
            <a:ext cx="7505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F1D44-790E-4795-8243-6BC13A11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52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61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21614"/>
                </a:solidFill>
                <a:latin typeface="Inter"/>
                <a:ea typeface="Inter"/>
                <a:cs typeface="Inter"/>
              </a:rPr>
              <a:t>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C9357-8386-4E50-BCDB-BE6638E0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5285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tRPC, Zod schemas, route handlers for upload and export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B263C-0759-47DD-A209-285445F6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F4D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245F4D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5E1AF-C76C-4901-9350-0DCA3EBF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43400"/>
            <a:ext cx="7505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7B451-4787-4873-BEFD-01850C3E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76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61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21614"/>
                </a:solidFill>
                <a:latin typeface="Inter"/>
                <a:ea typeface="Inter"/>
                <a:cs typeface="Inter"/>
              </a:rPr>
              <a:t>Memory 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47E07-6803-4D16-BCBC-DB8AAA27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7675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Local JSON for demo speed, Drizzle/Postgres + pgvector direction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E6D76-A227-4773-8D64-418F0E3F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F4D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245F4D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61145-30A0-442C-9A9D-21A2B801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7505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FA071-030A-4B2C-A7A3-7D2456CF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006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61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21614"/>
                </a:solidFill>
                <a:latin typeface="Inter"/>
                <a:ea typeface="Inter"/>
                <a:cs typeface="Inter"/>
              </a:rPr>
              <a:t>AI adapter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D9D0D-69D6-4511-B06F-25C1366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0065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OpenAI, OpenRouter, Groq, Cerebras, or custom compatible base URL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ADED6-4D17-4EDD-8B16-21774454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90850"/>
            <a:ext cx="1962150" cy="20002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43F34"/>
          </a:solidFill>
          <a:ln xmlns:a="http://schemas.openxmlformats.org/drawingml/2006/main" w="9525">
            <a:solidFill>
              <a:srgbClr val="143F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A6C71-F42C-47F1-B44D-F26D0478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76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No fake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8F034-F0C0-4D85-BC17-1708A861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BE9DF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DBE9DF"/>
                </a:solidFill>
                <a:latin typeface="Inter"/>
                <a:ea typeface="Inter"/>
                <a:cs typeface="Inter"/>
              </a:rPr>
              <a:t>Without a provider, Quipu saves raw drafts and shows AI provider required.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9F278C-96DC-4948-B492-8722C6A0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Quipu prototype / 03</a:t>
            </a:r>
          </a:p>
        </p:txBody>
      </p:sp>
    </p:spTree>
    <p:extLst>
      <p:ext uri="{BB962C8B-B14F-4D97-AF65-F5344CB8AC3E}">
        <p14:creationId xmlns:p14="http://schemas.microsoft.com/office/powerpoint/2010/main" val="305912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AFE24-8388-4F4C-9C7B-ECE58913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F4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45F4D"/>
                </a:solidFill>
                <a:latin typeface="Inter"/>
                <a:ea typeface="Inter"/>
                <a:cs typeface="Inter"/>
              </a:rPr>
              <a:t>TARGET 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5662B-ED4B-4873-816D-06C2AF5C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1614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21614"/>
                </a:solidFill>
                <a:latin typeface="Inter"/>
                <a:ea typeface="Inter"/>
                <a:cs typeface="Inter"/>
              </a:rPr>
              <a:t>Builders who need personal context they can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FCC66-DD8E-48C6-BF98-7CF804CF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09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Quipu starts with technical users and expands toward researchers, students, and operators who reconstruct work from many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BB5F2-211B-4FB1-96B4-FE51EF95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352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350C5-35D8-41F2-AE8D-9C2FCD53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F34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3F34"/>
                </a:solidFill>
                <a:latin typeface="Inter"/>
                <a:ea typeface="Inter"/>
                <a:cs typeface="Inter"/>
              </a:rPr>
              <a:t>Technical builders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57E8E-1564-4B3E-8D04-BCEF0DA2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Projects, docs, chats, deadlines, repo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6ECA8-19FA-4381-BD32-D873AA78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3352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4D856-432D-4229-910B-E6436975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0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F34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3F34"/>
                </a:solidFill>
                <a:latin typeface="Inter"/>
                <a:ea typeface="Inter"/>
                <a:cs typeface="Inter"/>
              </a:rPr>
              <a:t>Researchers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6D6A7-DB9E-4028-B013-BA04E906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2425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Sources, claims, reading trails,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59562-8A28-46FC-9602-F4EF404B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3352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67242-6171-418F-97EC-CDDA738F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F34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3F34"/>
                </a:solidFill>
                <a:latin typeface="Inter"/>
                <a:ea typeface="Inter"/>
                <a:cs typeface="Inter"/>
              </a:rPr>
              <a:t>Students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E2218-4694-4685-807F-F48AE08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Notes, assignments, deadlines, exam prep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8A8D4-8130-48E8-8CDD-BC02B3BC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352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FF804-2E14-47AB-AAE5-AA2E2110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24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F34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3F34"/>
                </a:solidFill>
                <a:latin typeface="Inter"/>
                <a:ea typeface="Inter"/>
                <a:cs typeface="Inter"/>
              </a:rPr>
              <a:t>Operators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4A89B-5DEB-4215-BC21-A6B15CA8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482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Decisions, follow-ups, timelines, handoffs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6E829-2543-492A-A313-652389DD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86100"/>
            <a:ext cx="25146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F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0970F-2F79-4BF4-8922-86D04FB4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52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3F34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43F34"/>
                </a:solidFill>
                <a:latin typeface="Inter"/>
                <a:ea typeface="Inter"/>
                <a:cs typeface="Inter"/>
              </a:rPr>
              <a:t>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D3984-3932-4E1C-B98C-3CE4D918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338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61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614"/>
                </a:solidFill>
                <a:latin typeface="Inter"/>
                <a:ea typeface="Inter"/>
                <a:cs typeface="Inter"/>
              </a:rPr>
              <a:t>A working prototype that proves the core loop: capture, AI structure, review, Canvas recall.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13FBF-4E6F-44AD-A28B-92334787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4820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Repo: github.com/ruxir-ig/personal-memory-engine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03562-EE31-4F8D-9D62-9CA96589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5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9635E"/>
                </a:solidFill>
                <a:latin typeface="Inter"/>
                <a:ea typeface="Inter"/>
                <a:cs typeface="Inter"/>
              </a:rPr>
              <a:t>Quipu prototype / 04</a:t>
            </a:r>
          </a:p>
        </p:txBody>
      </p:sp>
    </p:spTree>
    <p:extLst>
      <p:ext uri="{BB962C8B-B14F-4D97-AF65-F5344CB8AC3E}">
        <p14:creationId xmlns:p14="http://schemas.microsoft.com/office/powerpoint/2010/main" val="1170306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2026-05-28T16:37:41.4380000Z</dcterms:created>
  <dcterms:modified xsi:type="dcterms:W3CDTF">2026-05-28T16:37:41.4380000Z</dcterms:modified>
</coreProperties>
</file>